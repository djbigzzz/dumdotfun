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822960"/>
            <a:ext cx="1219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</a:t>
            </a:r>
            <a:pPr algn="ctr" indent="0" marL="0">
              <a:buNone/>
            </a:pPr>
            <a:r>
              <a:rPr lang="en-US" sz="130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30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461772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Meme Token Launchpad with Native Prediction Markets on Solana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286000" y="5440680"/>
            <a:ext cx="2468880" cy="384048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Live on Solana Devnet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83480" y="5440680"/>
            <a:ext cx="2468880" cy="384048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🇮🇪  Built in Ireland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5440680"/>
            <a:ext cx="2468880" cy="384048"/>
          </a:xfrm>
          <a:prstGeom prst="rect">
            <a:avLst/>
          </a:prstGeom>
          <a:solidFill>
            <a:srgbClr val="1E1E1E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0" y="54406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Mobile Wallet Ready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dum.fun  |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is fun.</a:t>
            </a:r>
            <a:endParaRPr lang="en-US" sz="5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after?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pump.fun proved that launching a memecoin is addictive. But once you buy, there is nothing to do. No game. No reason to stay.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2468880" cy="1600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206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4M+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launched on pump.fun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4114800"/>
            <a:ext cx="2468880" cy="1600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4206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&lt;1%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91840" y="4937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 past 24 hours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4114800"/>
            <a:ext cx="2468880" cy="1600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42062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$0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35040" y="49377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 to stay after buying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Launch. Bet. </a:t>
            </a:r>
            <a:pPr indent="0" marL="0">
              <a:buNone/>
            </a:pPr>
            <a:r>
              <a:rPr lang="en-US" sz="62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Earn.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dum.fun is a Solana memecoin launchpad with native prediction markets built in. Every token launch gets three engagement loops, not just a chart to watch.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3566160" cy="2880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383280"/>
            <a:ext cx="3566160" cy="54864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4930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85800" y="4617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 real SPL token on Solana in 30 seconds. Bonding curve pricing. IPFS metadata. Mobile wallet support.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0" y="3383280"/>
            <a:ext cx="3566160" cy="2880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0" y="3383280"/>
            <a:ext cx="3566160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4930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526280" y="4617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yes/no prediction markets on any token. SOL-denominated bets. On-chain resolution. Fully native.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3383280"/>
            <a:ext cx="3566160" cy="288036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0" y="3383280"/>
            <a:ext cx="35661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34930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66760" y="39319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66760" y="4617720"/>
            <a:ext cx="3291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Points, streaks, tier progression. OG Card NFT for early supporters. Season 1 points carry to mainnet.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token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seconds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54864" cy="54864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334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SPL token on Solana devnet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227832"/>
            <a:ext cx="54864" cy="54864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1638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Bonding curve — transparent pricing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758184"/>
            <a:ext cx="54864" cy="54864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941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metadata upload built in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288536"/>
            <a:ext cx="54864" cy="54864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2452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+ Mobile Wallet Adapter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818888"/>
            <a:ext cx="54864" cy="54864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7548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launch in ~30 seconds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5760720"/>
            <a:ext cx="1920240" cy="384048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57607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 seconds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109728"/>
            <a:ext cx="7772400" cy="6629400"/>
          </a:xfrm>
          <a:prstGeom prst="rect">
            <a:avLst/>
          </a:prstGeom>
          <a:solidFill>
            <a:srgbClr val="151515"/>
          </a:solidFill>
          <a:ln w="19050">
            <a:solidFill>
              <a:srgbClr val="2A2A2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297680" y="31501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/create page 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" y="109728"/>
            <a:ext cx="7772400" cy="6629400"/>
          </a:xfrm>
          <a:prstGeom prst="rect">
            <a:avLst/>
          </a:prstGeom>
          <a:solidFill>
            <a:srgbClr val="ECEAE4"/>
          </a:solidFill>
          <a:ln w="19050">
            <a:solidFill>
              <a:srgbClr val="CCCCC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9728" y="31501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token trading page 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38160" y="77724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with a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chart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138160" y="2697480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0" y="26334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 price feed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3227832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316382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and sell any token instantly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3758184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369417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Bonding curve — transparent pricing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4288536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42245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transaction history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4818888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4754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Candlestick chart built in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38160" y="5760720"/>
            <a:ext cx="2286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5760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on Devnet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4114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prediction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2697480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334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Yes/No markets on any token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3227832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16382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"Will this 5x in 48 hours?"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3758184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6941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SOL-denominated bets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4288536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22452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11480" y="4818888"/>
            <a:ext cx="54864" cy="5486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75488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native, not a 3rd party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5760720"/>
            <a:ext cx="2286000" cy="384048"/>
          </a:xfrm>
          <a:prstGeom prst="rect">
            <a:avLst/>
          </a:prstGeom>
          <a:solidFill>
            <a:srgbClr val="1E1E1E"/>
          </a:solidFill>
          <a:ln w="12700">
            <a:solidFill>
              <a:srgbClr val="E82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5760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on Solana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109728"/>
            <a:ext cx="7772400" cy="6629400"/>
          </a:xfrm>
          <a:prstGeom prst="rect">
            <a:avLst/>
          </a:prstGeom>
          <a:solidFill>
            <a:srgbClr val="151515"/>
          </a:solidFill>
          <a:ln w="19050">
            <a:solidFill>
              <a:srgbClr val="2A2A2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297680" y="315010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prediction market page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Quests, Tiers &amp; </a:t>
            </a:r>
            <a:pPr indent="0" marL="0">
              <a:buNone/>
            </a:pPr>
            <a:r>
              <a:rPr lang="en-US" sz="4200" b="1" dirty="0">
                <a:solidFill>
                  <a:srgbClr val="E82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 Card NFT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quests. Climb from Fresh Pill to Diamond Hands. Season 1 points carry to mainnet.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5486400" cy="4160520"/>
          </a:xfrm>
          <a:prstGeom prst="rect">
            <a:avLst/>
          </a:prstGeom>
          <a:solidFill>
            <a:srgbClr val="ECEAE4"/>
          </a:solidFill>
          <a:ln w="19050">
            <a:solidFill>
              <a:srgbClr val="CCCCCC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5760" y="41833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quests page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2377440"/>
            <a:ext cx="5486400" cy="4160520"/>
          </a:xfrm>
          <a:prstGeom prst="rect">
            <a:avLst/>
          </a:prstGeom>
          <a:solidFill>
            <a:srgbClr val="ECEAE4"/>
          </a:solidFill>
          <a:ln w="19050">
            <a:solidFill>
              <a:srgbClr val="CCCCC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6309360" y="41833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leaderboard ]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1: </a:t>
            </a:r>
            <a:pPr indent="0" marL="0">
              <a:buNone/>
            </a:pPr>
            <a:r>
              <a:rPr lang="en-US" sz="4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Genesis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live.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users. Real wallets. Real transactions on Solana devnet. Points carry over to mainnet.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01752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 1 running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2743200"/>
            <a:ext cx="301752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283464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weeks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931920" y="345643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 working product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301752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519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MWA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48640" y="4873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wallet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31920" y="4160520"/>
            <a:ext cx="3017520" cy="11887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4251960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931920" y="4873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On-chain, real wallets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32320" y="109728"/>
            <a:ext cx="4937760" cy="6629400"/>
          </a:xfrm>
          <a:prstGeom prst="rect">
            <a:avLst/>
          </a:prstGeom>
          <a:solidFill>
            <a:srgbClr val="151515"/>
          </a:solidFill>
          <a:ln w="19050">
            <a:solidFill>
              <a:srgbClr val="2A2A2A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7132320" y="315010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screenshot: leaderboard or stats 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1219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</a:t>
            </a:r>
            <a:pPr algn="ctr" indent="0" marL="0">
              <a:buNone/>
            </a:pPr>
            <a:r>
              <a:rPr lang="en-US" sz="130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ctr" indent="0" marL="0">
              <a:buNone/>
            </a:pPr>
            <a:r>
              <a:rPr lang="en-US" sz="13000" b="1" dirty="0">
                <a:solidFill>
                  <a:srgbClr val="E82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914400" y="452628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it. Launch a token. Make a prediction. Climb the leaderboard.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371600" y="5349240"/>
            <a:ext cx="2880360" cy="502920"/>
          </a:xfrm>
          <a:prstGeom prst="rect">
            <a:avLst/>
          </a:prstGeom>
          <a:solidFill>
            <a:srgbClr val="E8272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5349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Token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5349240"/>
            <a:ext cx="2880360" cy="5029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5349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 OG Card - FREE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5349240"/>
            <a:ext cx="2880360" cy="5029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0" y="534924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on the next moonshot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6492240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@dumdotfun  |  dum.fun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2026-04-16T10:37:32Z</dcterms:created>
  <dcterms:modified xsi:type="dcterms:W3CDTF">2026-04-16T10:37:32Z</dcterms:modified>
</cp:coreProperties>
</file>